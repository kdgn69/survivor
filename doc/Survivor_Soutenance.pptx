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0" r:id="rId6"/>
    <p:sldId id="264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6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188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A0F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09160" y="0"/>
            <a:ext cx="4389120" cy="5143500"/>
          </a:xfrm>
          <a:prstGeom prst="rect">
            <a:avLst/>
          </a:prstGeom>
          <a:solidFill>
            <a:srgbClr val="0A0F1A">
              <a:alpha val="7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8229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SURVIVOR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27432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survie en vagues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74320" y="2377440"/>
            <a:ext cx="3200400" cy="274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274320" y="2514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2834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LIFAPCD — Lyon 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74320" y="365760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E442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274320" y="36576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SDL2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737360" y="365760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1737360" y="36576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0" y="365760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3B1F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200400" y="36576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: 1  |  Vague : 1  |  PV : 1960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F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Diagramme des Classes (UML)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640080"/>
            <a:ext cx="87782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F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Classe Jeu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760720" y="118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d'orchestre du jeu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685800"/>
            <a:ext cx="4114800" cy="3200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principaux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411480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56032" y="11064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joueur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307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Joueur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11521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personnage principal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563624"/>
            <a:ext cx="4114800" cy="438912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6032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ennemis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" y="17922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vector&lt;Ennemi&gt;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16367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ennemis actifs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048256"/>
            <a:ext cx="411480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56032" y="2075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projectilesAllies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" y="22768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vector&lt;Projectile&gt;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31720" y="2121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Tirs du joueur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532888"/>
            <a:ext cx="4114800" cy="438912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56032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projectilesEnnemis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" y="27614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vector&lt;Projectile&gt;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31720" y="2606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Tirs des ennemis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3017520"/>
            <a:ext cx="411480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56032" y="3044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" y="32461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vector&lt;Aura&gt;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31720" y="3090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Auras actives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3502152"/>
            <a:ext cx="4114800" cy="438912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56032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6032" y="3730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Vague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31720" y="35753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courante (niveau, numéro)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" y="3986784"/>
            <a:ext cx="411480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56032" y="40142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enChoixAmelioration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" y="4215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31720" y="40599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entre vagues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685800"/>
            <a:ext cx="429768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663440" y="685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clés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63440" y="1078992"/>
            <a:ext cx="429768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736592" y="11064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avancerTour()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36592" y="1307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principale : déplace, collisionne, vérifie mort/victoire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1563624"/>
            <a:ext cx="4297680" cy="438912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736592" y="15910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genererVagueActuelle()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36592" y="17922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Instancie les ennemis selon niveau et vague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2048256"/>
            <a:ext cx="429768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736592" y="20756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tirer(angle)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36592" y="22768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un/plusieurs projectiles selon les upgrades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2532888"/>
            <a:ext cx="4297680" cy="438912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736592" y="2560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gererCollisions...()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36592" y="276148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et applique les dégâts (alliés ↔ ennemis)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017520"/>
            <a:ext cx="429768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736592" y="3044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genererChoixAmeliorations()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736592" y="32461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3 améliorations aléatoires entre vagues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3502152"/>
            <a:ext cx="4297680" cy="438912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736592" y="35295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appliquerAmelioration(i)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736592" y="37307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 l'amélioration choisie au joueur/arme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3986784"/>
            <a:ext cx="429768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736592" y="40142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mettreAJourAuras()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736592" y="421538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 cycle de vie des auras (dégâts, expiration)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82880" y="4572000"/>
            <a:ext cx="8778240" cy="384048"/>
          </a:xfrm>
          <a:prstGeom prst="rect">
            <a:avLst/>
          </a:prstGeom>
          <a:solidFill>
            <a:srgbClr val="0E442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: Jeu orchestre toute la logique — il est l'unique point d'entrée utilisé par JeuSDL et JeuConsole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F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Classe Ennemi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118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 ennemie polymorphe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685800"/>
            <a:ext cx="4114800" cy="32004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411480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56032" y="11064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307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TypeEnnemi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1115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ZOMBIE, ARCHER, HEALER, SORCIER, SLIME, BOSS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563624"/>
            <a:ext cx="4114800" cy="438912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6032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/ vitesse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" y="17922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/ float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et vitesse de déplacement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2048256"/>
            <a:ext cx="411480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56032" y="2075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" y="22768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31720" y="2084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vie, varie par type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2532888"/>
            <a:ext cx="4114800" cy="438912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56032" y="2560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" y="27614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31720" y="25694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pour les ennemis à distance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3017520"/>
            <a:ext cx="411480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56032" y="3044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degats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" y="32461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31720" y="30540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Dégâts infligés au contact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3502152"/>
            <a:ext cx="4114800" cy="438912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56032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rayonEffet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6032" y="3730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31720" y="3538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de soins (HEALER) ou d'effet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2880" y="3986784"/>
            <a:ext cx="411480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56032" y="40142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peutSeDiviser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" y="4215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31720" y="4023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SLIME se divise à la mort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685800"/>
            <a:ext cx="4297680" cy="32004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663440" y="685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d'ennemis &amp; Comportements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63440" y="1078992"/>
            <a:ext cx="429768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736592" y="11064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36592" y="13075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à corps, fonce sur le joueur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1563624"/>
            <a:ext cx="4297680" cy="438912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736592" y="15910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36592" y="17922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à distance, reste éloigné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2048256"/>
            <a:ext cx="429768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736592" y="20756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36592" y="22768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Soigne les ennemis proches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2532888"/>
            <a:ext cx="4297680" cy="438912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736592" y="2560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SORCIER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36592" y="276148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des projections magiques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017520"/>
            <a:ext cx="4297680" cy="43891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736592" y="3044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736592" y="32461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divise en 2 mini-slimes à la mort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3502152"/>
            <a:ext cx="4297680" cy="438912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736592" y="35295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736592" y="37307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6 : 1000 PV, 400×400px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82880" y="4572000"/>
            <a:ext cx="8778240" cy="384048"/>
          </a:xfrm>
          <a:prstGeom prst="rect">
            <a:avLst/>
          </a:prstGeom>
          <a:solidFill>
            <a:srgbClr val="450A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: Un seul type Ennemi gère tous les comportements via TypeEnnemi et des attributs conditionnels (arme, rayon, division...)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37800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F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Classe Joueur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760720" y="118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Personnage contrôlé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685800"/>
            <a:ext cx="41148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78992"/>
            <a:ext cx="4114800" cy="47548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56032" y="1115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3258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11521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(x, y) du joueur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600200"/>
            <a:ext cx="4114800" cy="475488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6032" y="16367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" y="18470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1673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vie (initialisé à 2000)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121408"/>
            <a:ext cx="4114800" cy="47548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56032" y="21579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vitesse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" y="23682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3172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de déplacement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642616"/>
            <a:ext cx="4114800" cy="475488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56032" y="2679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" y="2889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31720" y="2715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 avec dégâts, cadence, taille projectile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3163824"/>
            <a:ext cx="4114800" cy="47548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56032" y="3200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tirPerforant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" y="3410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31720" y="32369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Projectiles traversent plusieurs ennemis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3685032"/>
            <a:ext cx="4114800" cy="475488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56032" y="3721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dernierTir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6032" y="39319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31720" y="37581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du dernier tir (cadence)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685800"/>
            <a:ext cx="429768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663440" y="685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&amp; Améliorations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1078992"/>
            <a:ext cx="4297680" cy="47548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36592" y="11155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deplacerAvecDirection(dir)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36592" y="13258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 selon ZQSD, vérifie collision avec ennemis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1600200"/>
            <a:ext cx="4297680" cy="475488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736592" y="16367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prendreDegats(d)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36592" y="1847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les PV du joueur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121408"/>
            <a:ext cx="4297680" cy="47548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736592" y="21579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augmenterVitesse(bonus)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36592" y="23682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de vitesse cumulable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2642616"/>
            <a:ext cx="4297680" cy="475488"/>
          </a:xfrm>
          <a:prstGeom prst="rect">
            <a:avLst/>
          </a:prstGeom>
          <a:solidFill>
            <a:srgbClr val="161E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736592" y="2679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activerTirPerforant()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36592" y="28895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projectiles traversants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163824"/>
            <a:ext cx="4297680" cy="47548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736592" y="32004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getRectangle()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36592" y="34107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du joueur pour les collisions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3703320"/>
            <a:ext cx="4297680" cy="1188720"/>
          </a:xfrm>
          <a:prstGeom prst="rect">
            <a:avLst/>
          </a:prstGeom>
          <a:solidFill>
            <a:srgbClr val="1725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75488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d'améliorations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754880" y="4041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 err="1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Dégâts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54880" y="42976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Cadence de tir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45537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🎯 Tir perforant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03720" y="4041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Vitesse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03720" y="42976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Taille projectile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03720" y="45537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☁️ Auras de mort / soin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82880" y="4572000"/>
            <a:ext cx="8778240" cy="384048"/>
          </a:xfrm>
          <a:prstGeom prst="rect">
            <a:avLst/>
          </a:prstGeom>
          <a:solidFill>
            <a:srgbClr val="1725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: Joueur est une entité passive — c'est la classe Jeu qui appelle ses méthodes à chaque tour de boucle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F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4206240" cy="2103120"/>
          </a:xfrm>
          <a:prstGeom prst="rect">
            <a:avLst/>
          </a:prstGeom>
          <a:solidFill>
            <a:srgbClr val="0E442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82880" y="685800"/>
            <a:ext cx="73152" cy="21031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fonctionne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124712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vagues générées (1→Boss)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et dégâts fiables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types d'ennemis distincts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d'améliorations entre vagues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SDL 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685800"/>
            <a:ext cx="4206240" cy="2103120"/>
          </a:xfrm>
          <a:prstGeom prst="rect">
            <a:avLst/>
          </a:prstGeom>
          <a:solidFill>
            <a:srgbClr val="451A0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685800"/>
            <a:ext cx="73152" cy="21031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00600" y="777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/ En cours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124712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logique de l'amélioration de la foudre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ennemi et joueur qui ne s'adapte pas à leur direction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fin de partie et mort très simple par manque de temps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console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926080"/>
            <a:ext cx="4206240" cy="210312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82880" y="2926080"/>
            <a:ext cx="73152" cy="21031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3364992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collisions rectangle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SDL (temps réel)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SLIME sans boucle infinie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Jeu / JeuSDL / JeuConsole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4206240" cy="2103120"/>
          </a:xfrm>
          <a:prstGeom prst="rect">
            <a:avLst/>
          </a:prstGeom>
          <a:solidFill>
            <a:srgbClr val="1725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73152" cy="21031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00600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plus de temps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364992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l'amélioration de la foudre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l'amélioration des cailloux qui tournent autour du joueur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 menu principal avec trois niveaux de difficulté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de différents types de boss à chaque niveau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81359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4454CE9-ED6F-491F-B5DB-4174A555ECF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9c9c9b2-8971-4b60-ab35-60fa1c558b4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609</Words>
  <Application>Microsoft Office PowerPoint</Application>
  <PresentationFormat>Affichage à l'écran (16:9)</PresentationFormat>
  <Paragraphs>155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Survivor - Soutenance LIFAPCD</dc:title>
  <dc:subject>PptxGenJS Presentation</dc:subject>
  <dc:creator>PptxGenJS</dc:creator>
  <cp:lastModifiedBy>Morgan Tissot</cp:lastModifiedBy>
  <cp:revision>2</cp:revision>
  <dcterms:created xsi:type="dcterms:W3CDTF">2026-04-27T17:34:18Z</dcterms:created>
  <dcterms:modified xsi:type="dcterms:W3CDTF">2026-04-27T18:08:11Z</dcterms:modified>
</cp:coreProperties>
</file>